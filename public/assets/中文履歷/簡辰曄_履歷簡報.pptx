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5" r:id="rId8"/>
    <p:sldId id="268" r:id="rId9"/>
    <p:sldId id="266" r:id="rId10"/>
    <p:sldId id="267" r:id="rId11"/>
    <p:sldId id="269" r:id="rId12"/>
    <p:sldId id="270" r:id="rId13"/>
    <p:sldId id="271" r:id="rId14"/>
    <p:sldId id="272" r:id="rId15"/>
    <p:sldId id="261" r:id="rId16"/>
    <p:sldId id="274" r:id="rId17"/>
    <p:sldId id="275" r:id="rId18"/>
    <p:sldId id="276" r:id="rId19"/>
    <p:sldId id="277" r:id="rId20"/>
    <p:sldId id="278" r:id="rId21"/>
    <p:sldId id="273" r:id="rId22"/>
    <p:sldId id="280" r:id="rId23"/>
    <p:sldId id="263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64037-2207-473C-BDBD-C8E66073A0B8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4EF84-29F1-4E21-857B-D99DD884FA6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8709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履歷簡報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4618038"/>
            <a:ext cx="9144000" cy="526617"/>
          </a:xfrm>
        </p:spPr>
        <p:txBody>
          <a:bodyPr/>
          <a:lstStyle/>
          <a:p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面試者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簡辰曄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學歷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經歷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國立臺灣海洋大學</a:t>
            </a:r>
            <a:r>
              <a:rPr lang="zh-TW" altLang="en-US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網球代表隊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			     			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2011/09  ~  2016/06</a:t>
            </a:r>
          </a:p>
          <a:p>
            <a:pPr algn="just"/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國立臺灣海洋大學 電機工程學系 學士畢業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			 		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2011/09  ~  2017/06</a:t>
            </a:r>
          </a:p>
          <a:p>
            <a:pPr algn="just"/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國立海洋科技博物館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(NMMST) </a:t>
            </a:r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教育替代役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			  	 	</a:t>
            </a:r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 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2017/06  ~  2018/06</a:t>
            </a:r>
            <a:endParaRPr lang="en-US" altLang="zh-TW" sz="18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algn="just"/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美國麻州大學波士頓分校 電腦科學系 碩士畢業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		 		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2019/09  ~  2021/06</a:t>
            </a:r>
          </a:p>
          <a:p>
            <a:pPr algn="just"/>
            <a:r>
              <a:rPr lang="zh-TW" altLang="en-US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和碩聯合科技 </a:t>
            </a:r>
            <a:r>
              <a:rPr lang="en-US" altLang="zh-TW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5G</a:t>
            </a:r>
            <a:r>
              <a:rPr lang="zh-TW" altLang="en-US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系統驗證處 工具開發部</a:t>
            </a:r>
            <a:r>
              <a:rPr lang="en-US" altLang="zh-TW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					</a:t>
            </a:r>
            <a:r>
              <a:rPr lang="zh-TW" altLang="en-US" sz="1800" kern="1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 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2021/07  ~  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在職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研究所專題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0087" y="1825625"/>
            <a:ext cx="6327913" cy="4351338"/>
          </a:xfrm>
        </p:spPr>
        <p:txBody>
          <a:bodyPr>
            <a:normAutofit/>
          </a:bodyPr>
          <a:lstStyle/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由印度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Medpick</a:t>
            </a:r>
            <a:r>
              <a:rPr lang="en-US" altLang="zh-TW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醫療器材公司提出開發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Pinaka Web App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的需求，包括我在內共三人於三個月內完成客戶需求，提交並獲得推薦信。</a:t>
            </a:r>
            <a:endParaRPr lang="en-US" altLang="zh-TW" sz="1800" b="1" i="0" dirty="0">
              <a:solidFill>
                <a:srgbClr val="2929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sz="1800" b="1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Pinaka Web App </a:t>
            </a:r>
            <a:r>
              <a:rPr lang="zh-TW" alt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是個網頁程式，使用者能夠上傳藥單、搜尋附近有合作的藥局、上傳至資料庫並通知合作藥局查看。</a:t>
            </a:r>
            <a:endParaRPr lang="en-US" altLang="zh-TW" sz="1800" dirty="0">
              <a:solidFill>
                <a:srgbClr val="292929"/>
              </a:solidFill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其他還支援使用者可以查看以前的訂單、選擇寄送至附近的 </a:t>
            </a:r>
            <a:r>
              <a:rPr lang="en-US" altLang="zh-TW" sz="1800" b="1" i="0" dirty="0" err="1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MedBox</a:t>
            </a:r>
            <a:r>
              <a:rPr lang="zh-TW" altLang="en-US" sz="1800" b="1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TW" alt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專門放置藥局發送的包裹的信箱</a:t>
            </a:r>
            <a:r>
              <a:rPr lang="en-US" altLang="zh-TW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zh-TW" altLang="en-US" sz="1800" b="0" i="0" dirty="0">
                <a:solidFill>
                  <a:srgbClr val="292929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。</a:t>
            </a:r>
            <a:endParaRPr lang="en-US" altLang="zh-TW" sz="1800" dirty="0">
              <a:solidFill>
                <a:srgbClr val="29292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TW" sz="1800" dirty="0">
              <a:solidFill>
                <a:srgbClr val="292929"/>
              </a:solidFill>
              <a:latin typeface="Helvetica" panose="020B060402020202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開發套件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Vanilla CSS</a:t>
            </a:r>
            <a:r>
              <a:rPr lang="zh-TW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Firebase</a:t>
            </a:r>
            <a:r>
              <a:rPr lang="zh-TW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Map API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需要改善的地方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 Web Design</a:t>
            </a:r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4911" y="1825625"/>
            <a:ext cx="4597002" cy="255753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第一份工作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公司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1800" b="1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和碩聯合科技</a:t>
            </a:r>
            <a:endParaRPr lang="en-US" altLang="zh-TW" sz="1800" b="1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部門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5G</a:t>
            </a:r>
            <a:r>
              <a:rPr lang="zh-TW" altLang="en-US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系統驗證處 工具開發部</a:t>
            </a:r>
            <a:endParaRPr lang="en-US" altLang="zh-TW" sz="1800" b="1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職位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前端工程師</a:t>
            </a:r>
            <a:endParaRPr lang="en-US" altLang="zh-TW" sz="1800" b="1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負責專案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b="1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</a:t>
            </a:r>
            <a:r>
              <a:rPr lang="en-US" altLang="zh-TW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SVP</a:t>
            </a:r>
            <a:r>
              <a:rPr lang="zh-TW" altLang="en-US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18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ARUMS</a:t>
            </a:r>
            <a:endParaRPr lang="en-US" altLang="zh-TW" sz="1800" b="1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工作內容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為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5G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團隊開發</a:t>
            </a:r>
            <a:r>
              <a:rPr lang="zh-TW" altLang="zh-TW" sz="1800" b="1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自動化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驗證工具，主要負責的項目為前端網頁功能開發，並結合團隊開發工具，讓使用者可以透過網頁平台編輯腳本，預約時間自動驗證腳本內容並且得到完整的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Report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以及圖表分析，藉而了解這次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5G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團隊開發的基地台版本是否符合規定的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spec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。</a:t>
            </a:r>
            <a:endParaRPr lang="en-US" altLang="zh-TW" sz="18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CICD</a:t>
            </a:r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工具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GitLab</a:t>
            </a:r>
            <a:endParaRPr lang="en-US" altLang="zh-TW" sz="18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(SVP)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說明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平台為協助同仁使用編輯好的腳本透過預約系統自動測試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相關內容。透過預約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可於非工作時間進行測試，再透過產生的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log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進行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圖表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分析。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主要功能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: 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Test Script Editor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Test Group Editor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Automator Console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Schedule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Pipeline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Report</a:t>
            </a:r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其他功能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Events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Control Panel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20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Report Editor</a:t>
            </a:r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開發套件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Vue 3 Composition API (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過去使用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Vue2), 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TypeScript,  CSS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(SCSS, BEM)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資料庫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InfluxDB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, MariaDB, MongoDB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打包工具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Webpack 5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靜態伺服器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NGINX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後端伺服器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NodeJS (Express)</a:t>
            </a:r>
          </a:p>
          <a:p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測試工具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Jest, Cypress , </a:t>
            </a:r>
            <a:r>
              <a:rPr lang="en-US" altLang="zh-TW" sz="20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TestCafe</a:t>
            </a:r>
            <a:endParaRPr lang="en-US" altLang="zh-TW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20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Test Script Editor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4" name="內容版面配置區 3" descr="tse-cm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0185"/>
            <a:ext cx="10515600" cy="5042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Schedule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booking-autom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27480"/>
            <a:ext cx="100584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62915"/>
            <a:ext cx="10488295" cy="811530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Automator Console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automator-conso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65" y="1519555"/>
            <a:ext cx="10260330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Pipeline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pip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14780"/>
            <a:ext cx="10058400" cy="4862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Report Editor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report-ed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67815"/>
            <a:ext cx="10058400" cy="4866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Server Schedule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gantt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43735"/>
            <a:ext cx="10058400" cy="4233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Events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ev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70355"/>
            <a:ext cx="10058400" cy="4862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(SVP)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遭遇困難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</a:t>
            </a:r>
          </a:p>
          <a:p>
            <a:pPr marL="0" indent="0">
              <a:buNone/>
            </a:pP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1. Vue2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升級至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Vue3 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並使用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TypeScript</a:t>
            </a:r>
          </a:p>
          <a:p>
            <a:pPr marL="0" indent="0">
              <a:buNone/>
            </a:pP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2. Webpack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3 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升級至 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</a:t>
            </a:r>
          </a:p>
          <a:p>
            <a:pPr marL="0" indent="0">
              <a:buNone/>
            </a:pP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3. Customized Gantt Chart</a:t>
            </a:r>
          </a:p>
          <a:p>
            <a:pPr marL="0" indent="0">
              <a:buNone/>
            </a:pP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4. Test Script Editor (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打造新的腳本編輯器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5. Report Editor(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讓測試人員可以自行定義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parsing</a:t>
            </a:r>
            <a:r>
              <a:rPr lang="zh-TW" altLang="en-US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規則</a:t>
            </a:r>
            <a:r>
              <a:rPr lang="en-US" altLang="zh-TW" sz="1895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)</a:t>
            </a:r>
          </a:p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ARUMS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說明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平台為協助同仁操控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UE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下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Command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或是編輯腳本透過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預約測試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Throughput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Ping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FTP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HTTP, Register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等。 測試結果會透過向</a:t>
            </a:r>
            <a:r>
              <a:rPr lang="en-US" altLang="zh-TW" sz="18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InfluxDB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拿取資料匯出呈現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Real-time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圖表。 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主要功能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Schedule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UE Control Panel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Reports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Charts</a:t>
            </a: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其他功能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CMD Scripts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</a:t>
            </a:r>
            <a:r>
              <a:rPr lang="en-US" altLang="zh-TW" sz="1800" u="sng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Settings</a:t>
            </a: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開發套件</a:t>
            </a:r>
            <a:r>
              <a:rPr lang="en-US" altLang="zh-TW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Vue 3 Composition API (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過去使用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Vue2), TypeScript, CSS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(SCSS, BEM)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資料庫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InfluxDB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MariaDB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打包工具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Webpack 5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靜態伺服器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NGINX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後端伺服器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NodeJS (Express)</a:t>
            </a: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測試工具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Jest, Cypress</a:t>
            </a:r>
          </a:p>
          <a:p>
            <a:endParaRPr lang="zh-TW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Home Page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light__main-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1310640"/>
            <a:ext cx="6269355" cy="2620645"/>
          </a:xfrm>
          <a:prstGeom prst="rect">
            <a:avLst/>
          </a:prstGeom>
        </p:spPr>
      </p:pic>
      <p:pic>
        <p:nvPicPr>
          <p:cNvPr id="6" name="圖片 5" descr="dark__main-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25" y="3576320"/>
            <a:ext cx="6884035" cy="2863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Schedule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light__schedu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5" y="1310640"/>
            <a:ext cx="5680075" cy="2748280"/>
          </a:xfrm>
          <a:prstGeom prst="rect">
            <a:avLst/>
          </a:prstGeom>
        </p:spPr>
      </p:pic>
      <p:pic>
        <p:nvPicPr>
          <p:cNvPr id="6" name="圖片 5" descr="dark__sched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45" y="3401695"/>
            <a:ext cx="6485255" cy="31381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UE Control Panel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6" name="圖片 5" descr="light__UE-control-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15" y="1310640"/>
            <a:ext cx="6782435" cy="2854960"/>
          </a:xfrm>
          <a:prstGeom prst="rect">
            <a:avLst/>
          </a:prstGeom>
        </p:spPr>
      </p:pic>
      <p:pic>
        <p:nvPicPr>
          <p:cNvPr id="7" name="圖片 6" descr="dark__UE-control-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485" y="3501390"/>
            <a:ext cx="7080250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Schedule Report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5" name="圖片 4" descr="light__schedule-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10640"/>
            <a:ext cx="6161405" cy="2984500"/>
          </a:xfrm>
          <a:prstGeom prst="rect">
            <a:avLst/>
          </a:prstGeom>
        </p:spPr>
      </p:pic>
      <p:pic>
        <p:nvPicPr>
          <p:cNvPr id="6" name="圖片 5" descr="dark__schedule-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505" y="3272790"/>
            <a:ext cx="6678295" cy="3241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8785"/>
            <a:ext cx="10515600" cy="871855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Chart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4" name="圖片 3" descr="light__char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310640"/>
            <a:ext cx="6502400" cy="3146425"/>
          </a:xfrm>
          <a:prstGeom prst="rect">
            <a:avLst/>
          </a:prstGeom>
        </p:spPr>
      </p:pic>
      <p:pic>
        <p:nvPicPr>
          <p:cNvPr id="7" name="圖片 6" descr="dark__cha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40" y="3375025"/>
            <a:ext cx="6614795" cy="3194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ARUMS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遭遇困難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 </a:t>
            </a:r>
          </a:p>
          <a:p>
            <a:pPr marL="0" indent="0">
              <a:buNone/>
            </a:pP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1. 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客製化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Schedule UI (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參考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Google Calendar)</a:t>
            </a: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2. 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圖表效能優化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(SVG Base library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-&gt; Canvas Base library)</a:t>
            </a:r>
          </a:p>
          <a:p>
            <a:pPr marL="0" indent="0">
              <a:buNone/>
            </a:pP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3. 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模組化開發 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(UI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統一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  <a:sym typeface="+mn-ea"/>
              </a:rPr>
              <a:t>)</a:t>
            </a:r>
            <a:endParaRPr lang="en-US" altLang="zh-TW" sz="1895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TW" sz="1895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休閒興趣</a:t>
            </a:r>
          </a:p>
        </p:txBody>
      </p:sp>
      <p:pic>
        <p:nvPicPr>
          <p:cNvPr id="5" name="內容版面配置區 4" descr="一張含有 文字, 男人, 短褲, 肌肉 的圖片&#10;&#10;AI 產生的內容可能不正確。">
            <a:extLst>
              <a:ext uri="{FF2B5EF4-FFF2-40B4-BE49-F238E27FC236}">
                <a16:creationId xmlns:a16="http://schemas.microsoft.com/office/drawing/2014/main" id="{FDB55E9B-25C3-855B-6192-DABB1B8C6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796" y="1690688"/>
            <a:ext cx="3263503" cy="4351338"/>
          </a:xfrm>
        </p:spPr>
      </p:pic>
      <p:pic>
        <p:nvPicPr>
          <p:cNvPr id="7" name="圖片 6" descr="一張含有 人員, 肌肉, 胸部, 胃 的圖片">
            <a:extLst>
              <a:ext uri="{FF2B5EF4-FFF2-40B4-BE49-F238E27FC236}">
                <a16:creationId xmlns:a16="http://schemas.microsoft.com/office/drawing/2014/main" id="{26CDBF4A-D3EC-D5E9-283E-6D859673D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770" y="1690688"/>
            <a:ext cx="2906558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未來目標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短期目標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希望能夠寫出更多好用的前端頁面，與同仁互相分享開發經驗，以及持續跟上現在開發環境的潮流，不斷提升自己的能力。</a:t>
            </a: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中期目標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能夠設計出各方面的俱全的網頁架構，協助同仁加速開發流程。</a:t>
            </a:r>
            <a:endParaRPr lang="en-US" altLang="zh-TW" sz="1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長期目標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開發出代表品牌形象的網頁。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754</Words>
  <Application>Microsoft Office PowerPoint</Application>
  <PresentationFormat>寬螢幕</PresentationFormat>
  <Paragraphs>75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標楷體</vt:lpstr>
      <vt:lpstr>Aptos</vt:lpstr>
      <vt:lpstr>Aptos Display</vt:lpstr>
      <vt:lpstr>Arial</vt:lpstr>
      <vt:lpstr>Calibri</vt:lpstr>
      <vt:lpstr>Helvetica</vt:lpstr>
      <vt:lpstr>Office 佈景主題</vt:lpstr>
      <vt:lpstr>1_Office 佈景主題</vt:lpstr>
      <vt:lpstr>履歷簡報</vt:lpstr>
      <vt:lpstr>學歷/經歷</vt:lpstr>
      <vt:lpstr>研究所專題</vt:lpstr>
      <vt:lpstr>第一份工作</vt:lpstr>
      <vt:lpstr>System Verification Platform (SVP)</vt:lpstr>
      <vt:lpstr>Test Script Editor</vt:lpstr>
      <vt:lpstr>Schedule</vt:lpstr>
      <vt:lpstr>Automator Console</vt:lpstr>
      <vt:lpstr>Pipeline</vt:lpstr>
      <vt:lpstr>Report Editor</vt:lpstr>
      <vt:lpstr>Server Schedule</vt:lpstr>
      <vt:lpstr>Events</vt:lpstr>
      <vt:lpstr>System Verification Platform (SVP)</vt:lpstr>
      <vt:lpstr>ARUMS</vt:lpstr>
      <vt:lpstr>Home Page</vt:lpstr>
      <vt:lpstr>Schedule</vt:lpstr>
      <vt:lpstr>UE Control Panel</vt:lpstr>
      <vt:lpstr>Schedule Report</vt:lpstr>
      <vt:lpstr>Chart</vt:lpstr>
      <vt:lpstr>ARUMS</vt:lpstr>
      <vt:lpstr>休閒興趣</vt:lpstr>
      <vt:lpstr>未來目標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辰曄 簡</dc:creator>
  <cp:lastModifiedBy>辰曄 簡</cp:lastModifiedBy>
  <cp:revision>46</cp:revision>
  <dcterms:created xsi:type="dcterms:W3CDTF">2025-05-28T14:28:00Z</dcterms:created>
  <dcterms:modified xsi:type="dcterms:W3CDTF">2025-06-04T14:55:48Z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1028-11.8.2.8372</vt:lpwstr>
  </property>
</Properties>
</file>